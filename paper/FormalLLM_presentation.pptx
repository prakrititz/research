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Original tests</c:v>
                </c:pt>
              </c:strCache>
            </c:strRef>
          </c:tx>
          <c:spPr>
            <a:solidFill>
              <a:srgbClr val="1421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GPT-4 (paper)</c:v>
                  </c:pt>
                  <c:pt idx="1">
                    <c:v>Refine4LLM (paper)</c:v>
                  </c:pt>
                  <c:pt idx="2">
                    <c:v>gpt-oss:120b</c:v>
                  </c:pt>
                  <c:pt idx="3">
                    <c:v>qwen3-coder-next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145</c:v>
                </c:pt>
                <c:pt idx="1">
                  <c:v>150</c:v>
                </c:pt>
                <c:pt idx="2">
                  <c:v>156</c:v>
                </c:pt>
                <c:pt idx="3">
                  <c:v>154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EvalPlus</c:v>
                </c:pt>
              </c:strCache>
            </c:strRef>
          </c:tx>
          <c:spPr>
            <a:solidFill>
              <a:srgbClr val="E8A31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GPT-4 (paper)</c:v>
                  </c:pt>
                  <c:pt idx="1">
                    <c:v>Refine4LLM (paper)</c:v>
                  </c:pt>
                  <c:pt idx="2">
                    <c:v>gpt-oss:120b</c:v>
                  </c:pt>
                  <c:pt idx="3">
                    <c:v>qwen3-coder-next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128</c:v>
                </c:pt>
                <c:pt idx="1">
                  <c:v>150</c:v>
                </c:pt>
                <c:pt idx="2">
                  <c:v>147</c:v>
                </c:pt>
                <c:pt idx="3">
                  <c:v>147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5"/>
          <c:min val="100"/>
        </c:scaling>
        <c:delete val="0"/>
        <c:axPos val="l"/>
        <c:majorGridlines>
          <c:spPr>
            <a:ln w="6350" cap="flat">
              <a:solidFill>
                <a:srgbClr val="D5DA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Calibri"/>
              </a:rPr>
              <a:t>Share of runs deriving a program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Runs that derived a program (%)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Tier A (6 problems)</c:v>
                  </c:pt>
                  <c:pt idx="1">
                    <c:v>Tier B (5)</c:v>
                  </c:pt>
                  <c:pt idx="2">
                    <c:v>Tier C (9)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83</c:v>
                </c:pt>
                <c:pt idx="1">
                  <c:v>24</c:v>
                </c:pt>
                <c:pt idx="2">
                  <c:v>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D5DA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Scope: everything after the Z3 square-root stage that was already presented. Full details are in the report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Reproducing and hardening LLM-guided program refinement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51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Coq and Lean certification, checked HumanEval specifications, and a re-engineered search (code v8)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after the square-root-with-Z3 stage  |  2026-10-05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starting point: what was already presented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8988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 / 99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root by refinement, Z3 only (v6)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0" y="128016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91840" y="138988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of 11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103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benchmark cases at 20/20; division 1/20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28016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26480" y="138988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/ 30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103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root with the leaf assist off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(Refine4LLM): 150/164 HumanEval programs verified and passing; GPT-4 alone 145/128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open: independent Coq/Lean proofs, dataset results, several suspected bugs, decisions D1 (termination) and Q1/Q2 for Dr. Hou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phase did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17320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371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Certify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8745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Coq and Lean re-check every finished derivation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417320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577840" y="1371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577840" y="18745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HumanEval census, two model baselines, 20 checked specifications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108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Re-engineer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6118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v8: what the model reads, what provers mean, what steps are allowed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292608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3154680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577840" y="3108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honestly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5577840" y="36118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derived programs; read every failure; record every incident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Coq and Lean certify what Z3 found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01168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Coq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 derivations, 21 obligations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of 21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of 21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choose_num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of 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of 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Square-root derivation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of 3 (about 2 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10-15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41 test-passing HumanEval derivations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 of 41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run at scale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29184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Backends z3, coq, lean, cross-checks; z3+lean asks Lean only when Z3 says unknown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batching, process-tree killer, one-command CLI (main.py --certify coq lean)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a derivation is verified only when an independent kernel certified it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models alone already beat the paper's baseline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54864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217920" y="1371600"/>
            <a:ext cx="2560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passed out of 164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 scoring of 0/164 was an extractor bug (JSON replies run as Python)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refinement's value today is the proof, not extra passing tests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Specifications checked by machine, not by eye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9844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HumanEval problems specified (12 + 8 new)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0" y="118872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91840" y="129844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590 / 590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011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wrong outputs rejected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18872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26480" y="129844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/ 20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011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 hand derivation the engine accepts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83464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enumerable HumanEval and EvalPlus input: the reference output satisfies the spec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my own errors first: negation precedence, Python % 10 on negatives, EvalPlus n &lt;= 0, 5*3/2 must be 7.5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Census: 53 of 164 problems expressible; strings and list results need a language extension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v8: what the model read and what the provers meant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 by reading failures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* (n / 2) displayed as 2 * n /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renderer keeps value-changing parentheses; 300-formula round-trip 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Quantifier spellings and -&gt; rejected with raw errors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binders normalised, one-line implication hint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Z3 divides -7/2 differently from Coq, Lean, Python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floor division in Z3; divisibility tests stay native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 float modelled as integers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 sort from the declaration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fix is a general rule with a test that fails on the old behaviour; the prompt wording was not tuned.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v8: steps that proved but could not run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 by reading failures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Quantified if-test proved, then crashed in Python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guards must be quantifier-free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:= 0 for a Boolean was proved (z3py coercion)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assignments are type-checked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 search stopped after 4 s, so outcome depended on load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by prover queries (division needs 221 of 1000)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evaluation chose division from values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declared float types, including x0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diagnosis: the batch's division failures predated the pair search; they were not the 4 s limit.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Checked before any model run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9844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444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 (320 at the start of the phase)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0" y="118872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91840" y="129844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9,000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011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formulas rendered and read back, 0 mismatches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18872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26480" y="129844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205 / 225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011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batch trials replay identically; the rest are fixed division runs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9260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review by an agent that had not seen my reasoning: 3 small findings, all fixed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checked against Python for every sign combination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frozen at 23:08 (hash 8ae219421b4fd444) before the final studies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 results, final code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9844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/ 100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root, two sets of 50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14600" y="118872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14600" y="129844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220 / 220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2606040" y="20116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11 problems, run 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18872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29844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220 / 220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0116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again, run 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29400" y="118872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29400" y="1298448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34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5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20116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control, twice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9260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division 20/20 (it was 1/20); medium reasoning effort 20/20; all derivations Coq-certified (218 of 220 in run 2, nothing refuted)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termination rule 46/48; assist off 8/30 (v6 code)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HumanEval refinement: simple problems every time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45720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303520" y="1280160"/>
            <a:ext cx="3383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 valid runs: 53 derived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pass every original and EvalPlus test; all 41 Coq-certified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of 20 problems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multiply: model alone fails EvalPlus; refinement derived it once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C derivations: none usable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rest failed (all derivable by hand)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669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model did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choose_num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insisted on an existential test; refused 7 times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re-split the same case; skip accepted 10 times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max_element, below_threshold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unparenthesised quantifiers, wrong bounds, unreadable array counterexamples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largest_divisor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proved, but the test used proof-only V0: NameError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iscube and others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assigned a quantified formula: cannot run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v9 refuses these classes; unit-tested, not yet measured with the model.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Incidents, stated plainly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1F2F57"/>
          </a:solidFill>
          <a:ln w="12700">
            <a:solidFill>
              <a:srgbClr val="1F2F5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false step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0312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 accepted x := g*k for gcd; Coq refused, tests failed; 1,698 retries never reproduced it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46120" y="128016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1F2F57"/>
          </a:solidFill>
          <a:ln w="12700">
            <a:solidFill>
              <a:srgbClr val="1F2F5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463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Termination gap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210312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relaxed rule accepted a loop that never stops; fix: measure not negative while the loop runs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28016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1F2F57"/>
          </a:solidFill>
          <a:ln w="12700">
            <a:solidFill>
              <a:srgbClr val="1F2F5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463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 outage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10312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 bandwidth limit from 09:10; cut-off runs excluded, now classified automatically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a launcher I thought stopped ran in parallel all night (same code, counted as extra samples).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Against the paper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6: 150/150 for Refine4LLM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 verified-and-passing runs on 7 of 20 expressible problems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7: extended laws need fewer steps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step fewer in all four classic programs; Lean 21/21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9: ablation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assist, termination rule, reasoning effort, old vs fixed code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Fig. 2 square root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100/100; exact Fig. 2 invariant rejected (needs x &gt;= 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reachable: the paper's specifications, tuned model and law library are not public.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Limits and what is needed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150/164: 20 of 164 expressible; refinement solves 7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Z3 alone, not 'relaxed always terminates'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Specifications are mine; v9 unmeasured; one incident unexplained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1188720"/>
            <a:ext cx="40233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Specifications and law library from Dr. Hou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2: is x &gt;= 0 implicit?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division, quantified guards, Booleans, natural-number measures?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 default: strict, or relaxed plus non-negative measure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v9 once the server limit resets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Reproducing 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stores the model's raw replies: replay.py re-derives any study offline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pilot_compare.py and summarize_reliability.py rebuild every table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he_specs and he_oracle re-check the specifications and hand derivations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demo works while the model server is down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Folders: Symbolic_LLM (v8 and results), _dev (study copy), _v9 (unmeasured fixes)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FormalLLM: certification, datasets and a hardened search</dc:title>
  <dc:subject>PptxGenJS Presentation</dc:subject>
  <dc:creator>PptxGenJS</dc:creator>
  <cp:lastModifiedBy>PptxGenJS</cp:lastModifiedBy>
  <cp:revision>1</cp:revision>
  <dcterms:created xsi:type="dcterms:W3CDTF">2026-10-05T11:26:10Z</dcterms:created>
  <dcterms:modified xsi:type="dcterms:W3CDTF">2026-10-05T11:26:10Z</dcterms:modified>
</cp:coreProperties>
</file>